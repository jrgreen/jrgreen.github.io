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8" r:id="rId3"/>
    <p:sldId id="277" r:id="rId4"/>
    <p:sldId id="272" r:id="rId5"/>
    <p:sldId id="273" r:id="rId6"/>
    <p:sldId id="274" r:id="rId7"/>
    <p:sldId id="275" r:id="rId8"/>
    <p:sldId id="279" r:id="rId9"/>
    <p:sldId id="282" r:id="rId10"/>
    <p:sldId id="280" r:id="rId11"/>
    <p:sldId id="281" r:id="rId12"/>
    <p:sldId id="260" r:id="rId13"/>
    <p:sldId id="263" r:id="rId14"/>
    <p:sldId id="264" r:id="rId15"/>
    <p:sldId id="256" r:id="rId16"/>
    <p:sldId id="261" r:id="rId17"/>
    <p:sldId id="262" r:id="rId18"/>
    <p:sldId id="257" r:id="rId19"/>
    <p:sldId id="258" r:id="rId20"/>
    <p:sldId id="259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/>
    <p:restoredTop sz="96327"/>
  </p:normalViewPr>
  <p:slideViewPr>
    <p:cSldViewPr snapToGrid="0">
      <p:cViewPr varScale="1">
        <p:scale>
          <a:sx n="108" d="100"/>
          <a:sy n="108" d="100"/>
        </p:scale>
        <p:origin x="10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4157-0DF4-FF74-9A0D-67C267F59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8ACC8-DC70-F5E8-5B70-ABE290DF4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033B8-4654-27ED-67F3-5990EB48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F86F0-D6BC-0C84-49AB-4079CCA1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40938-7FDE-65BB-5A10-70D29310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9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6100-181C-BBFA-A58C-15FEC236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BB578-8A5A-7F28-C391-730BB7C75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291A2-7EB5-E77A-5092-82F5C7E4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55D9F-2658-F059-770C-E6D848BC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74088-D390-0278-55CA-02F86FEF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7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474F-0461-0F82-7DE7-F9A769E0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03AB1-E2DF-18E3-33B8-9F896235E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7BDA2-91A9-6AE7-DE6A-0FB7CF82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8588E-8C65-6E68-2270-FB8AE16A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AEDFA-9549-2B23-34D0-B3209202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2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9916-ED39-05E6-5FDC-E6AC0E9C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CD5A-192B-57D7-EEAC-435266093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3FC65-470E-78E4-E404-16BB2529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B2DE2-8480-6D4E-3EFC-01F7BA2A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3AB69-8102-4609-CB99-8E5D5229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01A5D-2E85-5CE9-82C9-0283C738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B214-EFB4-5E8A-C1A1-A1A3FDAE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4E31F-5A70-2296-1727-59CE7D16A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10BEA-0156-8F56-DAB5-B8DA9B8C6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C9337-1371-88E5-12F4-4BDA40663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706C9-B70F-4DB3-1B58-E31929B60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45620-CAE4-5D0B-45F7-CE6055B4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B7B510-88F7-6535-9440-DACC6168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A1A76-8E5B-40CD-6BBC-14D69BB6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4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BA4E-8EDF-2BCA-5AA8-19E5E110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C84DD-98CA-0334-1C35-BB8746E3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02CBA-168F-62D0-3C05-B762B80F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BF1C4-207C-B830-4960-FA0BB920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5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7DEE4-ADA8-54D3-71FB-34BDFA01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607E8-5C4E-3BE3-15F2-4CCBB783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551C6-14DA-1B57-CDBC-45F3BC00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5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FEE6-272E-BE0D-9D86-9AE22B59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7262A-7209-FAC8-C32D-8800986A3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8BE89-1AF8-69CA-AFCD-90DCBE56A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119C-9FF4-D529-ECC1-4E51AA2C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A0C49-7C69-6B12-F76F-9F142D63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0092F-7E7F-AD82-0F15-184C959E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2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8416-32E9-AAC6-7745-21D3854B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99997-3BFE-CF9F-C157-4F41EF92A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973C1-9853-1A66-2B79-7CD597C86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9BE4F-CAE2-58D5-F931-64BFDC31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8B3EF-9D7F-8571-3B9B-60D74C14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A5243-93A8-246A-2C36-58B3E985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2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536A-7628-F9FE-9DC3-FE9CB85FF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47C1B-7479-7D66-D7B1-DFF1F6B18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1F555-EC39-5DF4-1B67-597F721E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F4636-3375-6B3C-6059-252E62C5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3FB6-B11B-165E-2AF8-0685BEC7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3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F30D6-A276-DDCC-CD4E-31811660D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2188E-A820-81D4-91E6-F22CA73F1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21BB8-2BF3-ED61-6659-39802B18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D57CB-4CD4-C234-7B98-731A429F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1F807-80E3-5DB2-AB2D-F4D5A8A4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7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B1BE4-7DCE-0B6C-F9F1-0453FC89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42350-627B-6537-F972-6FB10C426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51037-B40F-773C-B9B4-A7F3AA024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D9BA6-3072-8E4B-8BFF-4BB6AFD5B6E5}" type="datetimeFigureOut">
              <a:rPr lang="en-US" smtClean="0"/>
              <a:t>5/4/24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F74C-343F-A55E-7470-FFC7B47FB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2BF4-7B2D-F5A4-29B3-7258172A1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0E89-10F9-944C-9629-9F480EC55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9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504825" y="350837"/>
            <a:ext cx="4795838" cy="582979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0CA59-1134-AAD5-968F-4DD66157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6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59E13D-9C4D-09C7-72F6-D470636578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504825" y="350837"/>
            <a:ext cx="4795838" cy="582979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0CA59-1134-AAD5-968F-4DD66157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6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663" y="1176582"/>
            <a:ext cx="6448424" cy="4178301"/>
          </a:xfrm>
        </p:spPr>
        <p:txBody>
          <a:bodyPr>
            <a:noAutofit/>
          </a:bodyPr>
          <a:lstStyle/>
          <a:p>
            <a:r>
              <a:rPr lang="en-US" sz="111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</a:t>
            </a:r>
            <a:br>
              <a:rPr lang="en-US" sz="111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</a:br>
            <a:r>
              <a:rPr lang="en-US" sz="111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Research</a:t>
            </a:r>
            <a:br>
              <a:rPr lang="en-US" sz="111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</a:br>
            <a:r>
              <a:rPr lang="en-US" sz="111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Group</a:t>
            </a:r>
            <a:endParaRPr lang="en-US" sz="111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504825" y="350837"/>
            <a:ext cx="4795838" cy="5829793"/>
          </a:xfrm>
        </p:spPr>
      </p:pic>
    </p:spTree>
    <p:extLst>
      <p:ext uri="{BB962C8B-B14F-4D97-AF65-F5344CB8AC3E}">
        <p14:creationId xmlns:p14="http://schemas.microsoft.com/office/powerpoint/2010/main" val="43880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1FC71B-94E0-85D9-B8EA-7033256C52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663" y="1176582"/>
            <a:ext cx="6448424" cy="4178301"/>
          </a:xfrm>
        </p:spPr>
        <p:txBody>
          <a:bodyPr>
            <a:noAutofit/>
          </a:bodyPr>
          <a:lstStyle/>
          <a:p>
            <a:r>
              <a:rPr lang="en-US" sz="111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</a:t>
            </a:r>
            <a:br>
              <a:rPr lang="en-US" sz="111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</a:br>
            <a:r>
              <a:rPr lang="en-US" sz="111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Research</a:t>
            </a:r>
            <a:br>
              <a:rPr lang="en-US" sz="111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</a:br>
            <a:r>
              <a:rPr lang="en-US" sz="111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Group</a:t>
            </a:r>
            <a:endParaRPr lang="en-US" sz="111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504825" y="350837"/>
            <a:ext cx="4795838" cy="5829793"/>
          </a:xfrm>
        </p:spPr>
      </p:pic>
    </p:spTree>
    <p:extLst>
      <p:ext uri="{BB962C8B-B14F-4D97-AF65-F5344CB8AC3E}">
        <p14:creationId xmlns:p14="http://schemas.microsoft.com/office/powerpoint/2010/main" val="24040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37" y="1176580"/>
            <a:ext cx="7948612" cy="4178301"/>
          </a:xfrm>
        </p:spPr>
        <p:txBody>
          <a:bodyPr>
            <a:noAutofit/>
          </a:bodyPr>
          <a:lstStyle/>
          <a:p>
            <a:r>
              <a:rPr lang="en-US" sz="200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</a:t>
            </a:r>
            <a:br>
              <a:rPr lang="en-US" sz="200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</a:br>
            <a:r>
              <a:rPr lang="en-US" sz="200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Group</a:t>
            </a:r>
            <a:endParaRPr lang="en-US" sz="20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-23813" y="350835"/>
            <a:ext cx="4795838" cy="5829793"/>
          </a:xfrm>
        </p:spPr>
      </p:pic>
    </p:spTree>
    <p:extLst>
      <p:ext uri="{BB962C8B-B14F-4D97-AF65-F5344CB8AC3E}">
        <p14:creationId xmlns:p14="http://schemas.microsoft.com/office/powerpoint/2010/main" val="91422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13BBC-ACAA-D45C-5E4E-B0C93DBCEE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37" y="1176580"/>
            <a:ext cx="7948612" cy="4178301"/>
          </a:xfrm>
        </p:spPr>
        <p:txBody>
          <a:bodyPr>
            <a:noAutofit/>
          </a:bodyPr>
          <a:lstStyle/>
          <a:p>
            <a:r>
              <a:rPr lang="en-US" sz="200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</a:t>
            </a:r>
            <a:br>
              <a:rPr lang="en-US" sz="200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</a:br>
            <a:r>
              <a:rPr lang="en-US" sz="200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Group</a:t>
            </a:r>
            <a:endParaRPr lang="en-US" sz="200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-23813" y="350835"/>
            <a:ext cx="4795838" cy="5829793"/>
          </a:xfrm>
        </p:spPr>
      </p:pic>
    </p:spTree>
    <p:extLst>
      <p:ext uri="{BB962C8B-B14F-4D97-AF65-F5344CB8AC3E}">
        <p14:creationId xmlns:p14="http://schemas.microsoft.com/office/powerpoint/2010/main" val="220298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248" y="2264958"/>
            <a:ext cx="14792324" cy="1671639"/>
          </a:xfrm>
        </p:spPr>
        <p:txBody>
          <a:bodyPr>
            <a:noAutofit/>
          </a:bodyPr>
          <a:lstStyle/>
          <a:p>
            <a:r>
              <a:rPr lang="en-US" sz="130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Group</a:t>
            </a:r>
            <a:endParaRPr lang="en-US" sz="13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355223" y="2191144"/>
            <a:ext cx="1375162" cy="1671639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05D1DE-32F7-08F4-4872-1BB8EE3093B5}"/>
              </a:ext>
            </a:extLst>
          </p:cNvPr>
          <p:cNvCxnSpPr>
            <a:cxnSpLocks/>
          </p:cNvCxnSpPr>
          <p:nvPr/>
        </p:nvCxnSpPr>
        <p:spPr>
          <a:xfrm>
            <a:off x="1822777" y="2269726"/>
            <a:ext cx="0" cy="15144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09936D-99B7-CE49-4F14-0925D9FB7E89}"/>
              </a:ext>
            </a:extLst>
          </p:cNvPr>
          <p:cNvCxnSpPr>
            <a:cxnSpLocks/>
          </p:cNvCxnSpPr>
          <p:nvPr/>
        </p:nvCxnSpPr>
        <p:spPr>
          <a:xfrm>
            <a:off x="1960889" y="2269726"/>
            <a:ext cx="0" cy="15144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ED1E65-7E9D-42CC-A413-6C14517EF26E}"/>
              </a:ext>
            </a:extLst>
          </p:cNvPr>
          <p:cNvCxnSpPr>
            <a:cxnSpLocks/>
          </p:cNvCxnSpPr>
          <p:nvPr/>
        </p:nvCxnSpPr>
        <p:spPr>
          <a:xfrm>
            <a:off x="130583" y="2230435"/>
            <a:ext cx="0" cy="15930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406E21-6A81-972F-E8DA-B015A265CB4E}"/>
              </a:ext>
            </a:extLst>
          </p:cNvPr>
          <p:cNvCxnSpPr>
            <a:cxnSpLocks/>
          </p:cNvCxnSpPr>
          <p:nvPr/>
        </p:nvCxnSpPr>
        <p:spPr>
          <a:xfrm>
            <a:off x="268695" y="2232819"/>
            <a:ext cx="0" cy="15882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19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248" y="2264958"/>
            <a:ext cx="14792324" cy="1671639"/>
          </a:xfrm>
        </p:spPr>
        <p:txBody>
          <a:bodyPr>
            <a:noAutofit/>
          </a:bodyPr>
          <a:lstStyle/>
          <a:p>
            <a:r>
              <a:rPr lang="en-US" sz="130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Group</a:t>
            </a:r>
            <a:endParaRPr lang="en-US" sz="130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EBD3A5-EF16-DCC4-2296-A61A9B3826B9}"/>
              </a:ext>
            </a:extLst>
          </p:cNvPr>
          <p:cNvSpPr txBox="1">
            <a:spLocks/>
          </p:cNvSpPr>
          <p:nvPr/>
        </p:nvSpPr>
        <p:spPr>
          <a:xfrm>
            <a:off x="2079248" y="2264958"/>
            <a:ext cx="14792324" cy="16716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0" cap="small">
                <a:solidFill>
                  <a:schemeClr val="bg1"/>
                </a:solidFill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Group</a:t>
            </a:r>
            <a:endParaRPr lang="en-US" sz="13000" dirty="0">
              <a:solidFill>
                <a:schemeClr val="bg1"/>
              </a:solidFill>
            </a:endParaRP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7FFB567-3A05-DD09-F399-BD325A9B5F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355223" y="2191144"/>
            <a:ext cx="1375162" cy="16716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1A4172-65FD-D29B-4B63-C6AEC4C4F842}"/>
              </a:ext>
            </a:extLst>
          </p:cNvPr>
          <p:cNvCxnSpPr>
            <a:cxnSpLocks/>
          </p:cNvCxnSpPr>
          <p:nvPr/>
        </p:nvCxnSpPr>
        <p:spPr>
          <a:xfrm>
            <a:off x="1822777" y="2269726"/>
            <a:ext cx="0" cy="151447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38C3FC-709D-2FF9-1CF2-A16D68B792E9}"/>
              </a:ext>
            </a:extLst>
          </p:cNvPr>
          <p:cNvCxnSpPr>
            <a:cxnSpLocks/>
          </p:cNvCxnSpPr>
          <p:nvPr/>
        </p:nvCxnSpPr>
        <p:spPr>
          <a:xfrm>
            <a:off x="1960889" y="2269726"/>
            <a:ext cx="0" cy="151447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28F2E0-93A5-07A2-4518-60ED608C13BC}"/>
              </a:ext>
            </a:extLst>
          </p:cNvPr>
          <p:cNvCxnSpPr>
            <a:cxnSpLocks/>
          </p:cNvCxnSpPr>
          <p:nvPr/>
        </p:nvCxnSpPr>
        <p:spPr>
          <a:xfrm>
            <a:off x="130583" y="2230435"/>
            <a:ext cx="0" cy="159305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FE3E2A-BA2C-B67D-D1F8-834F5B7C6A10}"/>
              </a:ext>
            </a:extLst>
          </p:cNvPr>
          <p:cNvCxnSpPr>
            <a:cxnSpLocks/>
          </p:cNvCxnSpPr>
          <p:nvPr/>
        </p:nvCxnSpPr>
        <p:spPr>
          <a:xfrm>
            <a:off x="268695" y="2232819"/>
            <a:ext cx="0" cy="158828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5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248" y="2264958"/>
            <a:ext cx="14792324" cy="1671639"/>
          </a:xfrm>
        </p:spPr>
        <p:txBody>
          <a:bodyPr>
            <a:noAutofit/>
          </a:bodyPr>
          <a:lstStyle/>
          <a:p>
            <a:r>
              <a:rPr lang="en-US" sz="130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Group</a:t>
            </a:r>
            <a:endParaRPr lang="en-US" sz="130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EBD3A5-EF16-DCC4-2296-A61A9B3826B9}"/>
              </a:ext>
            </a:extLst>
          </p:cNvPr>
          <p:cNvSpPr txBox="1">
            <a:spLocks/>
          </p:cNvSpPr>
          <p:nvPr/>
        </p:nvSpPr>
        <p:spPr>
          <a:xfrm>
            <a:off x="2079248" y="2264958"/>
            <a:ext cx="14792324" cy="16716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0" cap="small" dirty="0">
                <a:solidFill>
                  <a:schemeClr val="bg1"/>
                </a:solidFill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Group</a:t>
            </a:r>
            <a:endParaRPr lang="en-US" sz="1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69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2338"/>
            <a:ext cx="14792324" cy="1671639"/>
          </a:xfrm>
        </p:spPr>
        <p:txBody>
          <a:bodyPr>
            <a:noAutofit/>
          </a:bodyPr>
          <a:lstStyle/>
          <a:p>
            <a:r>
              <a:rPr lang="en-US" sz="13000" kern="1200" cap="small" dirty="0"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     Group</a:t>
            </a:r>
            <a:endParaRPr lang="en-US" sz="13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5237553" y="2156610"/>
            <a:ext cx="1375162" cy="1671639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05D1DE-32F7-08F4-4872-1BB8EE3093B5}"/>
              </a:ext>
            </a:extLst>
          </p:cNvPr>
          <p:cNvCxnSpPr>
            <a:cxnSpLocks/>
          </p:cNvCxnSpPr>
          <p:nvPr/>
        </p:nvCxnSpPr>
        <p:spPr>
          <a:xfrm>
            <a:off x="6690114" y="2195901"/>
            <a:ext cx="0" cy="15930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09936D-99B7-CE49-4F14-0925D9FB7E89}"/>
              </a:ext>
            </a:extLst>
          </p:cNvPr>
          <p:cNvCxnSpPr>
            <a:cxnSpLocks/>
          </p:cNvCxnSpPr>
          <p:nvPr/>
        </p:nvCxnSpPr>
        <p:spPr>
          <a:xfrm>
            <a:off x="6828226" y="2198285"/>
            <a:ext cx="0" cy="15882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591EB9-677F-B0CB-78AB-4983AB3F285C}"/>
              </a:ext>
            </a:extLst>
          </p:cNvPr>
          <p:cNvCxnSpPr>
            <a:cxnSpLocks/>
          </p:cNvCxnSpPr>
          <p:nvPr/>
        </p:nvCxnSpPr>
        <p:spPr>
          <a:xfrm>
            <a:off x="5058174" y="2195901"/>
            <a:ext cx="0" cy="15930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03DCD4-713C-DC1D-0331-259E5C3F3225}"/>
              </a:ext>
            </a:extLst>
          </p:cNvPr>
          <p:cNvCxnSpPr>
            <a:cxnSpLocks/>
          </p:cNvCxnSpPr>
          <p:nvPr/>
        </p:nvCxnSpPr>
        <p:spPr>
          <a:xfrm>
            <a:off x="5196286" y="2198285"/>
            <a:ext cx="0" cy="15882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092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70C874-088F-D6D2-8328-DB342B64FE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F7E00-2CDF-DC01-5536-B32241E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2338"/>
            <a:ext cx="14792324" cy="1671639"/>
          </a:xfrm>
        </p:spPr>
        <p:txBody>
          <a:bodyPr>
            <a:noAutofit/>
          </a:bodyPr>
          <a:lstStyle/>
          <a:p>
            <a:r>
              <a:rPr lang="en-US" sz="13000" kern="1200" cap="small" dirty="0">
                <a:solidFill>
                  <a:schemeClr val="bg1"/>
                </a:solidFill>
                <a:effectLst/>
                <a:latin typeface="Playfair Display Medium" pitchFamily="2" charset="77"/>
                <a:ea typeface="Roboto" panose="02000000000000000000" pitchFamily="2" charset="0"/>
                <a:cs typeface="Roboto" panose="020F0502020204030204" pitchFamily="34" charset="0"/>
              </a:rPr>
              <a:t>Green      Group</a:t>
            </a:r>
            <a:endParaRPr lang="en-US" sz="130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BFD72-C782-B315-8952-2268E9D28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19" t="4503" r="48059" b="13727"/>
          <a:stretch/>
        </p:blipFill>
        <p:spPr>
          <a:xfrm>
            <a:off x="5237553" y="2156610"/>
            <a:ext cx="1375162" cy="1671639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05D1DE-32F7-08F4-4872-1BB8EE3093B5}"/>
              </a:ext>
            </a:extLst>
          </p:cNvPr>
          <p:cNvCxnSpPr>
            <a:cxnSpLocks/>
          </p:cNvCxnSpPr>
          <p:nvPr/>
        </p:nvCxnSpPr>
        <p:spPr>
          <a:xfrm>
            <a:off x="6690114" y="2195901"/>
            <a:ext cx="0" cy="159305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09936D-99B7-CE49-4F14-0925D9FB7E89}"/>
              </a:ext>
            </a:extLst>
          </p:cNvPr>
          <p:cNvCxnSpPr>
            <a:cxnSpLocks/>
          </p:cNvCxnSpPr>
          <p:nvPr/>
        </p:nvCxnSpPr>
        <p:spPr>
          <a:xfrm>
            <a:off x="6828226" y="2198285"/>
            <a:ext cx="0" cy="158828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591EB9-677F-B0CB-78AB-4983AB3F285C}"/>
              </a:ext>
            </a:extLst>
          </p:cNvPr>
          <p:cNvCxnSpPr>
            <a:cxnSpLocks/>
          </p:cNvCxnSpPr>
          <p:nvPr/>
        </p:nvCxnSpPr>
        <p:spPr>
          <a:xfrm>
            <a:off x="5058174" y="2195901"/>
            <a:ext cx="0" cy="159305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03DCD4-713C-DC1D-0331-259E5C3F3225}"/>
              </a:ext>
            </a:extLst>
          </p:cNvPr>
          <p:cNvCxnSpPr>
            <a:cxnSpLocks/>
          </p:cNvCxnSpPr>
          <p:nvPr/>
        </p:nvCxnSpPr>
        <p:spPr>
          <a:xfrm>
            <a:off x="5196286" y="2198285"/>
            <a:ext cx="0" cy="158828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24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4E3A-997D-2AEE-BB35-91ADAEE0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wearing glasses and a black shirt&#10;&#10;Description automatically generated">
            <a:extLst>
              <a:ext uri="{FF2B5EF4-FFF2-40B4-BE49-F238E27FC236}">
                <a16:creationId xmlns:a16="http://schemas.microsoft.com/office/drawing/2014/main" id="{9E51C505-8727-AB94-579B-3D0C43466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13" t="2420" r="2006" b="2099"/>
          <a:stretch>
            <a:fillRect/>
          </a:stretch>
        </p:blipFill>
        <p:spPr>
          <a:xfrm>
            <a:off x="1430226" y="2273777"/>
            <a:ext cx="1828800" cy="1828800"/>
          </a:xfrm>
          <a:custGeom>
            <a:avLst/>
            <a:gdLst>
              <a:gd name="connsiteX0" fmla="*/ 1234440 w 2468880"/>
              <a:gd name="connsiteY0" fmla="*/ 0 h 2468880"/>
              <a:gd name="connsiteX1" fmla="*/ 2468880 w 2468880"/>
              <a:gd name="connsiteY1" fmla="*/ 1234440 h 2468880"/>
              <a:gd name="connsiteX2" fmla="*/ 1234440 w 2468880"/>
              <a:gd name="connsiteY2" fmla="*/ 2468880 h 2468880"/>
              <a:gd name="connsiteX3" fmla="*/ 0 w 2468880"/>
              <a:gd name="connsiteY3" fmla="*/ 1234440 h 2468880"/>
              <a:gd name="connsiteX4" fmla="*/ 1234440 w 2468880"/>
              <a:gd name="connsiteY4" fmla="*/ 0 h 246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880" h="2468880">
                <a:moveTo>
                  <a:pt x="1234440" y="0"/>
                </a:moveTo>
                <a:cubicBezTo>
                  <a:pt x="1916202" y="0"/>
                  <a:pt x="2468880" y="552678"/>
                  <a:pt x="2468880" y="1234440"/>
                </a:cubicBezTo>
                <a:cubicBezTo>
                  <a:pt x="2468880" y="1916202"/>
                  <a:pt x="1916202" y="2468880"/>
                  <a:pt x="1234440" y="2468880"/>
                </a:cubicBezTo>
                <a:cubicBezTo>
                  <a:pt x="552678" y="2468880"/>
                  <a:pt x="0" y="1916202"/>
                  <a:pt x="0" y="1234440"/>
                </a:cubicBezTo>
                <a:cubicBezTo>
                  <a:pt x="0" y="552678"/>
                  <a:pt x="552678" y="0"/>
                  <a:pt x="1234440" y="0"/>
                </a:cubicBezTo>
                <a:close/>
              </a:path>
            </a:pathLst>
          </a:custGeom>
        </p:spPr>
      </p:pic>
      <p:pic>
        <p:nvPicPr>
          <p:cNvPr id="3" name="Picture 2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8D521897-55C5-C38E-0F74-F060E6A650A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55321" y="2273777"/>
            <a:ext cx="1828800" cy="1828800"/>
          </a:xfrm>
          <a:custGeom>
            <a:avLst/>
            <a:gdLst>
              <a:gd name="connsiteX0" fmla="*/ 594360 w 1188720"/>
              <a:gd name="connsiteY0" fmla="*/ 0 h 1188720"/>
              <a:gd name="connsiteX1" fmla="*/ 1188720 w 1188720"/>
              <a:gd name="connsiteY1" fmla="*/ 594360 h 1188720"/>
              <a:gd name="connsiteX2" fmla="*/ 594360 w 1188720"/>
              <a:gd name="connsiteY2" fmla="*/ 1188720 h 1188720"/>
              <a:gd name="connsiteX3" fmla="*/ 0 w 1188720"/>
              <a:gd name="connsiteY3" fmla="*/ 594360 h 1188720"/>
              <a:gd name="connsiteX4" fmla="*/ 594360 w 1188720"/>
              <a:gd name="connsiteY4" fmla="*/ 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20" h="1188720">
                <a:moveTo>
                  <a:pt x="594360" y="0"/>
                </a:moveTo>
                <a:cubicBezTo>
                  <a:pt x="922616" y="0"/>
                  <a:pt x="1188720" y="266104"/>
                  <a:pt x="1188720" y="594360"/>
                </a:cubicBezTo>
                <a:cubicBezTo>
                  <a:pt x="1188720" y="922616"/>
                  <a:pt x="922616" y="1188720"/>
                  <a:pt x="594360" y="1188720"/>
                </a:cubicBezTo>
                <a:cubicBezTo>
                  <a:pt x="266104" y="1188720"/>
                  <a:pt x="0" y="922616"/>
                  <a:pt x="0" y="594360"/>
                </a:cubicBezTo>
                <a:cubicBezTo>
                  <a:pt x="0" y="266104"/>
                  <a:pt x="266104" y="0"/>
                  <a:pt x="594360" y="0"/>
                </a:cubicBezTo>
                <a:close/>
              </a:path>
            </a:pathLst>
          </a:custGeom>
        </p:spPr>
      </p:pic>
      <p:pic>
        <p:nvPicPr>
          <p:cNvPr id="4" name="Content Placeholder 7" descr="A person with glasses smiling&#10;&#10;Description automatically generated">
            <a:extLst>
              <a:ext uri="{FF2B5EF4-FFF2-40B4-BE49-F238E27FC236}">
                <a16:creationId xmlns:a16="http://schemas.microsoft.com/office/drawing/2014/main" id="{F50049AB-656E-7E72-E520-8953FA7CCA1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rcRect b="6164"/>
          <a:stretch>
            <a:fillRect/>
          </a:stretch>
        </p:blipFill>
        <p:spPr>
          <a:xfrm>
            <a:off x="5280416" y="2273777"/>
            <a:ext cx="1828800" cy="1828800"/>
          </a:xfrm>
          <a:custGeom>
            <a:avLst/>
            <a:gdLst>
              <a:gd name="connsiteX0" fmla="*/ 1233935 w 2467911"/>
              <a:gd name="connsiteY0" fmla="*/ 0 h 2467911"/>
              <a:gd name="connsiteX1" fmla="*/ 1233975 w 2467911"/>
              <a:gd name="connsiteY1" fmla="*/ 0 h 2467911"/>
              <a:gd name="connsiteX2" fmla="*/ 1360120 w 2467911"/>
              <a:gd name="connsiteY2" fmla="*/ 6370 h 2467911"/>
              <a:gd name="connsiteX3" fmla="*/ 2467911 w 2467911"/>
              <a:gd name="connsiteY3" fmla="*/ 1233955 h 2467911"/>
              <a:gd name="connsiteX4" fmla="*/ 1233955 w 2467911"/>
              <a:gd name="connsiteY4" fmla="*/ 2467911 h 2467911"/>
              <a:gd name="connsiteX5" fmla="*/ 6370 w 2467911"/>
              <a:gd name="connsiteY5" fmla="*/ 1360120 h 2467911"/>
              <a:gd name="connsiteX6" fmla="*/ 0 w 2467911"/>
              <a:gd name="connsiteY6" fmla="*/ 1233975 h 2467911"/>
              <a:gd name="connsiteX7" fmla="*/ 0 w 2467911"/>
              <a:gd name="connsiteY7" fmla="*/ 1233936 h 2467911"/>
              <a:gd name="connsiteX8" fmla="*/ 6370 w 2467911"/>
              <a:gd name="connsiteY8" fmla="*/ 1107790 h 2467911"/>
              <a:gd name="connsiteX9" fmla="*/ 1107790 w 2467911"/>
              <a:gd name="connsiteY9" fmla="*/ 6370 h 246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67911" h="2467911">
                <a:moveTo>
                  <a:pt x="1233935" y="0"/>
                </a:moveTo>
                <a:lnTo>
                  <a:pt x="1233975" y="0"/>
                </a:lnTo>
                <a:lnTo>
                  <a:pt x="1360120" y="6370"/>
                </a:lnTo>
                <a:cubicBezTo>
                  <a:pt x="1982350" y="69561"/>
                  <a:pt x="2467911" y="595054"/>
                  <a:pt x="2467911" y="1233955"/>
                </a:cubicBezTo>
                <a:cubicBezTo>
                  <a:pt x="2467911" y="1915450"/>
                  <a:pt x="1915450" y="2467911"/>
                  <a:pt x="1233955" y="2467911"/>
                </a:cubicBezTo>
                <a:cubicBezTo>
                  <a:pt x="595054" y="2467911"/>
                  <a:pt x="69561" y="1982350"/>
                  <a:pt x="6370" y="1360120"/>
                </a:cubicBezTo>
                <a:lnTo>
                  <a:pt x="0" y="1233975"/>
                </a:lnTo>
                <a:lnTo>
                  <a:pt x="0" y="1233936"/>
                </a:lnTo>
                <a:lnTo>
                  <a:pt x="6370" y="1107790"/>
                </a:lnTo>
                <a:cubicBezTo>
                  <a:pt x="65348" y="527043"/>
                  <a:pt x="527043" y="65348"/>
                  <a:pt x="1107790" y="6370"/>
                </a:cubicBezTo>
                <a:close/>
              </a:path>
            </a:pathLst>
          </a:custGeom>
        </p:spPr>
      </p:pic>
      <p:pic>
        <p:nvPicPr>
          <p:cNvPr id="5" name="Content Placeholder 7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6C02CDAA-D4F0-45BD-7205-D8B7D42ACF1A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rcRect b="9371"/>
          <a:stretch>
            <a:fillRect/>
          </a:stretch>
        </p:blipFill>
        <p:spPr>
          <a:xfrm>
            <a:off x="7205511" y="2273777"/>
            <a:ext cx="1829952" cy="1828800"/>
          </a:xfrm>
          <a:custGeom>
            <a:avLst/>
            <a:gdLst>
              <a:gd name="connsiteX0" fmla="*/ 1093310 w 2349500"/>
              <a:gd name="connsiteY0" fmla="*/ 0 h 2348021"/>
              <a:gd name="connsiteX1" fmla="*/ 1256191 w 2349500"/>
              <a:gd name="connsiteY1" fmla="*/ 0 h 2348021"/>
              <a:gd name="connsiteX2" fmla="*/ 1294862 w 2349500"/>
              <a:gd name="connsiteY2" fmla="*/ 1955 h 2348021"/>
              <a:gd name="connsiteX3" fmla="*/ 2349500 w 2349500"/>
              <a:gd name="connsiteY3" fmla="*/ 1171952 h 2348021"/>
              <a:gd name="connsiteX4" fmla="*/ 1174750 w 2349500"/>
              <a:gd name="connsiteY4" fmla="*/ 2348021 h 2348021"/>
              <a:gd name="connsiteX5" fmla="*/ 0 w 2349500"/>
              <a:gd name="connsiteY5" fmla="*/ 1171952 h 2348021"/>
              <a:gd name="connsiteX6" fmla="*/ 1054639 w 2349500"/>
              <a:gd name="connsiteY6" fmla="*/ 1955 h 234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9500" h="2348021">
                <a:moveTo>
                  <a:pt x="1093310" y="0"/>
                </a:moveTo>
                <a:lnTo>
                  <a:pt x="1256191" y="0"/>
                </a:lnTo>
                <a:lnTo>
                  <a:pt x="1294862" y="1955"/>
                </a:lnTo>
                <a:cubicBezTo>
                  <a:pt x="1887237" y="62182"/>
                  <a:pt x="2349500" y="563022"/>
                  <a:pt x="2349500" y="1171952"/>
                </a:cubicBezTo>
                <a:cubicBezTo>
                  <a:pt x="2349500" y="1821477"/>
                  <a:pt x="1823547" y="2348021"/>
                  <a:pt x="1174750" y="2348021"/>
                </a:cubicBezTo>
                <a:cubicBezTo>
                  <a:pt x="525953" y="2348021"/>
                  <a:pt x="0" y="1821477"/>
                  <a:pt x="0" y="1171952"/>
                </a:cubicBezTo>
                <a:cubicBezTo>
                  <a:pt x="0" y="563022"/>
                  <a:pt x="462264" y="62182"/>
                  <a:pt x="1054639" y="1955"/>
                </a:cubicBezTo>
                <a:close/>
              </a:path>
            </a:pathLst>
          </a:custGeom>
        </p:spPr>
      </p:pic>
      <p:pic>
        <p:nvPicPr>
          <p:cNvPr id="6" name="Google Shape;324;p8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FCF6A11-9414-F325-BACD-BC38A21CE0C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 cstate="hqprint">
            <a:alphaModFix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1758" y="22737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160440" h="1161288" extrusionOk="0">
                <a:moveTo>
                  <a:pt x="580220" y="0"/>
                </a:moveTo>
                <a:cubicBezTo>
                  <a:pt x="860816" y="0"/>
                  <a:pt x="1094925" y="199034"/>
                  <a:pt x="1149068" y="463624"/>
                </a:cubicBezTo>
                <a:lnTo>
                  <a:pt x="1160440" y="576438"/>
                </a:lnTo>
                <a:lnTo>
                  <a:pt x="1160440" y="584850"/>
                </a:lnTo>
                <a:lnTo>
                  <a:pt x="1149068" y="697664"/>
                </a:lnTo>
                <a:cubicBezTo>
                  <a:pt x="1094925" y="962254"/>
                  <a:pt x="860816" y="1161288"/>
                  <a:pt x="580220" y="1161288"/>
                </a:cubicBezTo>
                <a:cubicBezTo>
                  <a:pt x="299624" y="1161288"/>
                  <a:pt x="65516" y="962254"/>
                  <a:pt x="11373" y="697664"/>
                </a:cubicBezTo>
                <a:lnTo>
                  <a:pt x="0" y="584850"/>
                </a:lnTo>
                <a:lnTo>
                  <a:pt x="0" y="576438"/>
                </a:lnTo>
                <a:lnTo>
                  <a:pt x="11373" y="463624"/>
                </a:lnTo>
                <a:cubicBezTo>
                  <a:pt x="65516" y="199034"/>
                  <a:pt x="299624" y="0"/>
                  <a:pt x="580220" y="0"/>
                </a:cubicBez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2686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4E3A-997D-2AEE-BB35-91ADAEE0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wearing glasses and a black shirt&#10;&#10;Description automatically generated">
            <a:extLst>
              <a:ext uri="{FF2B5EF4-FFF2-40B4-BE49-F238E27FC236}">
                <a16:creationId xmlns:a16="http://schemas.microsoft.com/office/drawing/2014/main" id="{9E51C505-8727-AB94-579B-3D0C43466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13" t="2420" r="2006" b="2099"/>
          <a:stretch>
            <a:fillRect/>
          </a:stretch>
        </p:blipFill>
        <p:spPr>
          <a:xfrm>
            <a:off x="2895600" y="228600"/>
            <a:ext cx="6400800" cy="6400800"/>
          </a:xfrm>
          <a:custGeom>
            <a:avLst/>
            <a:gdLst>
              <a:gd name="connsiteX0" fmla="*/ 1234440 w 2468880"/>
              <a:gd name="connsiteY0" fmla="*/ 0 h 2468880"/>
              <a:gd name="connsiteX1" fmla="*/ 2468880 w 2468880"/>
              <a:gd name="connsiteY1" fmla="*/ 1234440 h 2468880"/>
              <a:gd name="connsiteX2" fmla="*/ 1234440 w 2468880"/>
              <a:gd name="connsiteY2" fmla="*/ 2468880 h 2468880"/>
              <a:gd name="connsiteX3" fmla="*/ 0 w 2468880"/>
              <a:gd name="connsiteY3" fmla="*/ 1234440 h 2468880"/>
              <a:gd name="connsiteX4" fmla="*/ 1234440 w 2468880"/>
              <a:gd name="connsiteY4" fmla="*/ 0 h 246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880" h="2468880">
                <a:moveTo>
                  <a:pt x="1234440" y="0"/>
                </a:moveTo>
                <a:cubicBezTo>
                  <a:pt x="1916202" y="0"/>
                  <a:pt x="2468880" y="552678"/>
                  <a:pt x="2468880" y="1234440"/>
                </a:cubicBezTo>
                <a:cubicBezTo>
                  <a:pt x="2468880" y="1916202"/>
                  <a:pt x="1916202" y="2468880"/>
                  <a:pt x="1234440" y="2468880"/>
                </a:cubicBezTo>
                <a:cubicBezTo>
                  <a:pt x="552678" y="2468880"/>
                  <a:pt x="0" y="1916202"/>
                  <a:pt x="0" y="1234440"/>
                </a:cubicBezTo>
                <a:cubicBezTo>
                  <a:pt x="0" y="552678"/>
                  <a:pt x="552678" y="0"/>
                  <a:pt x="123444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87181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4E3A-997D-2AEE-BB35-91ADAEE0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75E91-1FE5-AB58-839A-D9018A37E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76F07C-34D9-CECC-2A42-38D2F9F5BBC5}"/>
              </a:ext>
            </a:extLst>
          </p:cNvPr>
          <p:cNvSpPr/>
          <p:nvPr/>
        </p:nvSpPr>
        <p:spPr>
          <a:xfrm>
            <a:off x="2657475" y="92075"/>
            <a:ext cx="6400800" cy="64008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84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A6DF9371-FAB6-7B0E-CC7F-A728097AB2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72588" y="305588"/>
            <a:ext cx="6400800" cy="6400800"/>
          </a:xfrm>
          <a:custGeom>
            <a:avLst/>
            <a:gdLst>
              <a:gd name="connsiteX0" fmla="*/ 594360 w 1188720"/>
              <a:gd name="connsiteY0" fmla="*/ 0 h 1188720"/>
              <a:gd name="connsiteX1" fmla="*/ 1188720 w 1188720"/>
              <a:gd name="connsiteY1" fmla="*/ 594360 h 1188720"/>
              <a:gd name="connsiteX2" fmla="*/ 594360 w 1188720"/>
              <a:gd name="connsiteY2" fmla="*/ 1188720 h 1188720"/>
              <a:gd name="connsiteX3" fmla="*/ 0 w 1188720"/>
              <a:gd name="connsiteY3" fmla="*/ 594360 h 1188720"/>
              <a:gd name="connsiteX4" fmla="*/ 594360 w 1188720"/>
              <a:gd name="connsiteY4" fmla="*/ 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20" h="1188720">
                <a:moveTo>
                  <a:pt x="594360" y="0"/>
                </a:moveTo>
                <a:cubicBezTo>
                  <a:pt x="922616" y="0"/>
                  <a:pt x="1188720" y="266104"/>
                  <a:pt x="1188720" y="594360"/>
                </a:cubicBezTo>
                <a:cubicBezTo>
                  <a:pt x="1188720" y="922616"/>
                  <a:pt x="922616" y="1188720"/>
                  <a:pt x="594360" y="1188720"/>
                </a:cubicBezTo>
                <a:cubicBezTo>
                  <a:pt x="266104" y="1188720"/>
                  <a:pt x="0" y="922616"/>
                  <a:pt x="0" y="594360"/>
                </a:cubicBezTo>
                <a:cubicBezTo>
                  <a:pt x="0" y="266104"/>
                  <a:pt x="266104" y="0"/>
                  <a:pt x="59436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33044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A99E-0A14-BD0B-D972-66D3EFAB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with glasses smiling&#10;&#10;Description automatically generated">
            <a:extLst>
              <a:ext uri="{FF2B5EF4-FFF2-40B4-BE49-F238E27FC236}">
                <a16:creationId xmlns:a16="http://schemas.microsoft.com/office/drawing/2014/main" id="{FD531468-685F-1601-F32A-DF8B240F3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b="6164"/>
          <a:stretch>
            <a:fillRect/>
          </a:stretch>
        </p:blipFill>
        <p:spPr>
          <a:xfrm>
            <a:off x="2558027" y="92075"/>
            <a:ext cx="6400800" cy="6400800"/>
          </a:xfrm>
          <a:custGeom>
            <a:avLst/>
            <a:gdLst>
              <a:gd name="connsiteX0" fmla="*/ 1233935 w 2467911"/>
              <a:gd name="connsiteY0" fmla="*/ 0 h 2467911"/>
              <a:gd name="connsiteX1" fmla="*/ 1233975 w 2467911"/>
              <a:gd name="connsiteY1" fmla="*/ 0 h 2467911"/>
              <a:gd name="connsiteX2" fmla="*/ 1360120 w 2467911"/>
              <a:gd name="connsiteY2" fmla="*/ 6370 h 2467911"/>
              <a:gd name="connsiteX3" fmla="*/ 2467911 w 2467911"/>
              <a:gd name="connsiteY3" fmla="*/ 1233955 h 2467911"/>
              <a:gd name="connsiteX4" fmla="*/ 1233955 w 2467911"/>
              <a:gd name="connsiteY4" fmla="*/ 2467911 h 2467911"/>
              <a:gd name="connsiteX5" fmla="*/ 6370 w 2467911"/>
              <a:gd name="connsiteY5" fmla="*/ 1360120 h 2467911"/>
              <a:gd name="connsiteX6" fmla="*/ 0 w 2467911"/>
              <a:gd name="connsiteY6" fmla="*/ 1233975 h 2467911"/>
              <a:gd name="connsiteX7" fmla="*/ 0 w 2467911"/>
              <a:gd name="connsiteY7" fmla="*/ 1233936 h 2467911"/>
              <a:gd name="connsiteX8" fmla="*/ 6370 w 2467911"/>
              <a:gd name="connsiteY8" fmla="*/ 1107790 h 2467911"/>
              <a:gd name="connsiteX9" fmla="*/ 1107790 w 2467911"/>
              <a:gd name="connsiteY9" fmla="*/ 6370 h 246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67911" h="2467911">
                <a:moveTo>
                  <a:pt x="1233935" y="0"/>
                </a:moveTo>
                <a:lnTo>
                  <a:pt x="1233975" y="0"/>
                </a:lnTo>
                <a:lnTo>
                  <a:pt x="1360120" y="6370"/>
                </a:lnTo>
                <a:cubicBezTo>
                  <a:pt x="1982350" y="69561"/>
                  <a:pt x="2467911" y="595054"/>
                  <a:pt x="2467911" y="1233955"/>
                </a:cubicBezTo>
                <a:cubicBezTo>
                  <a:pt x="2467911" y="1915450"/>
                  <a:pt x="1915450" y="2467911"/>
                  <a:pt x="1233955" y="2467911"/>
                </a:cubicBezTo>
                <a:cubicBezTo>
                  <a:pt x="595054" y="2467911"/>
                  <a:pt x="69561" y="1982350"/>
                  <a:pt x="6370" y="1360120"/>
                </a:cubicBezTo>
                <a:lnTo>
                  <a:pt x="0" y="1233975"/>
                </a:lnTo>
                <a:lnTo>
                  <a:pt x="0" y="1233936"/>
                </a:lnTo>
                <a:lnTo>
                  <a:pt x="6370" y="1107790"/>
                </a:lnTo>
                <a:cubicBezTo>
                  <a:pt x="65348" y="527043"/>
                  <a:pt x="527043" y="65348"/>
                  <a:pt x="1107790" y="637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7958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738F-6162-378B-C417-E455A722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4C11BB2A-EF62-1B41-C68D-4AC9598BF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b="9371"/>
          <a:stretch>
            <a:fillRect/>
          </a:stretch>
        </p:blipFill>
        <p:spPr>
          <a:xfrm>
            <a:off x="2734105" y="365125"/>
            <a:ext cx="6404832" cy="6400800"/>
          </a:xfrm>
          <a:custGeom>
            <a:avLst/>
            <a:gdLst>
              <a:gd name="connsiteX0" fmla="*/ 1093310 w 2349500"/>
              <a:gd name="connsiteY0" fmla="*/ 0 h 2348021"/>
              <a:gd name="connsiteX1" fmla="*/ 1256191 w 2349500"/>
              <a:gd name="connsiteY1" fmla="*/ 0 h 2348021"/>
              <a:gd name="connsiteX2" fmla="*/ 1294862 w 2349500"/>
              <a:gd name="connsiteY2" fmla="*/ 1955 h 2348021"/>
              <a:gd name="connsiteX3" fmla="*/ 2349500 w 2349500"/>
              <a:gd name="connsiteY3" fmla="*/ 1171952 h 2348021"/>
              <a:gd name="connsiteX4" fmla="*/ 1174750 w 2349500"/>
              <a:gd name="connsiteY4" fmla="*/ 2348021 h 2348021"/>
              <a:gd name="connsiteX5" fmla="*/ 0 w 2349500"/>
              <a:gd name="connsiteY5" fmla="*/ 1171952 h 2348021"/>
              <a:gd name="connsiteX6" fmla="*/ 1054639 w 2349500"/>
              <a:gd name="connsiteY6" fmla="*/ 1955 h 234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9500" h="2348021">
                <a:moveTo>
                  <a:pt x="1093310" y="0"/>
                </a:moveTo>
                <a:lnTo>
                  <a:pt x="1256191" y="0"/>
                </a:lnTo>
                <a:lnTo>
                  <a:pt x="1294862" y="1955"/>
                </a:lnTo>
                <a:cubicBezTo>
                  <a:pt x="1887237" y="62182"/>
                  <a:pt x="2349500" y="563022"/>
                  <a:pt x="2349500" y="1171952"/>
                </a:cubicBezTo>
                <a:cubicBezTo>
                  <a:pt x="2349500" y="1821477"/>
                  <a:pt x="1823547" y="2348021"/>
                  <a:pt x="1174750" y="2348021"/>
                </a:cubicBezTo>
                <a:cubicBezTo>
                  <a:pt x="525953" y="2348021"/>
                  <a:pt x="0" y="1821477"/>
                  <a:pt x="0" y="1171952"/>
                </a:cubicBezTo>
                <a:cubicBezTo>
                  <a:pt x="0" y="563022"/>
                  <a:pt x="462264" y="62182"/>
                  <a:pt x="1054639" y="19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9271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B169-CDF5-2CB7-9A0E-E7CEA8BD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20D4-C994-DCD6-E448-5D66101F3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324;p8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3BF37DCE-BCE8-9B3E-B450-C07672EF6BC9}"/>
              </a:ext>
            </a:extLst>
          </p:cNvPr>
          <p:cNvPicPr preferRelativeResize="0"/>
          <p:nvPr/>
        </p:nvPicPr>
        <p:blipFill rotWithShape="1">
          <a:blip r:embed="rId2" cstate="hqprint">
            <a:alphaModFix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9471" y="358947"/>
            <a:ext cx="6400800" cy="6400800"/>
          </a:xfrm>
          <a:custGeom>
            <a:avLst/>
            <a:gdLst/>
            <a:ahLst/>
            <a:cxnLst/>
            <a:rect l="l" t="t" r="r" b="b"/>
            <a:pathLst>
              <a:path w="1160440" h="1161288" extrusionOk="0">
                <a:moveTo>
                  <a:pt x="580220" y="0"/>
                </a:moveTo>
                <a:cubicBezTo>
                  <a:pt x="860816" y="0"/>
                  <a:pt x="1094925" y="199034"/>
                  <a:pt x="1149068" y="463624"/>
                </a:cubicBezTo>
                <a:lnTo>
                  <a:pt x="1160440" y="576438"/>
                </a:lnTo>
                <a:lnTo>
                  <a:pt x="1160440" y="584850"/>
                </a:lnTo>
                <a:lnTo>
                  <a:pt x="1149068" y="697664"/>
                </a:lnTo>
                <a:cubicBezTo>
                  <a:pt x="1094925" y="962254"/>
                  <a:pt x="860816" y="1161288"/>
                  <a:pt x="580220" y="1161288"/>
                </a:cubicBezTo>
                <a:cubicBezTo>
                  <a:pt x="299624" y="1161288"/>
                  <a:pt x="65516" y="962254"/>
                  <a:pt x="11373" y="697664"/>
                </a:cubicBezTo>
                <a:lnTo>
                  <a:pt x="0" y="584850"/>
                </a:lnTo>
                <a:lnTo>
                  <a:pt x="0" y="576438"/>
                </a:lnTo>
                <a:lnTo>
                  <a:pt x="11373" y="463624"/>
                </a:lnTo>
                <a:cubicBezTo>
                  <a:pt x="65516" y="199034"/>
                  <a:pt x="299624" y="0"/>
                  <a:pt x="580220" y="0"/>
                </a:cubicBez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201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B169-CDF5-2CB7-9A0E-E7CEA8BD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20D4-C994-DCD6-E448-5D66101F3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AFFE2-C3CB-2E09-7A17-DE2EAE03899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9979" y="228600"/>
            <a:ext cx="6400800" cy="6400800"/>
          </a:xfrm>
          <a:custGeom>
            <a:avLst/>
            <a:gdLst>
              <a:gd name="connsiteX0" fmla="*/ 594360 w 1188720"/>
              <a:gd name="connsiteY0" fmla="*/ 0 h 1188720"/>
              <a:gd name="connsiteX1" fmla="*/ 1188720 w 1188720"/>
              <a:gd name="connsiteY1" fmla="*/ 594360 h 1188720"/>
              <a:gd name="connsiteX2" fmla="*/ 594360 w 1188720"/>
              <a:gd name="connsiteY2" fmla="*/ 1188720 h 1188720"/>
              <a:gd name="connsiteX3" fmla="*/ 0 w 1188720"/>
              <a:gd name="connsiteY3" fmla="*/ 594360 h 1188720"/>
              <a:gd name="connsiteX4" fmla="*/ 594360 w 1188720"/>
              <a:gd name="connsiteY4" fmla="*/ 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20" h="1188720">
                <a:moveTo>
                  <a:pt x="594360" y="0"/>
                </a:moveTo>
                <a:cubicBezTo>
                  <a:pt x="922616" y="0"/>
                  <a:pt x="1188720" y="266104"/>
                  <a:pt x="1188720" y="594360"/>
                </a:cubicBezTo>
                <a:cubicBezTo>
                  <a:pt x="1188720" y="922616"/>
                  <a:pt x="922616" y="1188720"/>
                  <a:pt x="594360" y="1188720"/>
                </a:cubicBezTo>
                <a:cubicBezTo>
                  <a:pt x="266104" y="1188720"/>
                  <a:pt x="0" y="922616"/>
                  <a:pt x="0" y="594360"/>
                </a:cubicBezTo>
                <a:cubicBezTo>
                  <a:pt x="0" y="266104"/>
                  <a:pt x="266104" y="0"/>
                  <a:pt x="59436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1299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B169-CDF5-2CB7-9A0E-E7CEA8BD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20D4-C994-DCD6-E448-5D66101F3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A person sitting at a desk&#10;&#10;Description automatically generated">
            <a:extLst>
              <a:ext uri="{FF2B5EF4-FFF2-40B4-BE49-F238E27FC236}">
                <a16:creationId xmlns:a16="http://schemas.microsoft.com/office/drawing/2014/main" id="{5C92B9C5-6740-F12C-0857-C45084F6F8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12974" y="228600"/>
            <a:ext cx="6400800" cy="6400800"/>
          </a:xfrm>
          <a:custGeom>
            <a:avLst/>
            <a:gdLst>
              <a:gd name="connsiteX0" fmla="*/ 594360 w 1188720"/>
              <a:gd name="connsiteY0" fmla="*/ 0 h 1188720"/>
              <a:gd name="connsiteX1" fmla="*/ 1188720 w 1188720"/>
              <a:gd name="connsiteY1" fmla="*/ 594360 h 1188720"/>
              <a:gd name="connsiteX2" fmla="*/ 594360 w 1188720"/>
              <a:gd name="connsiteY2" fmla="*/ 1188720 h 1188720"/>
              <a:gd name="connsiteX3" fmla="*/ 0 w 1188720"/>
              <a:gd name="connsiteY3" fmla="*/ 594360 h 1188720"/>
              <a:gd name="connsiteX4" fmla="*/ 594360 w 1188720"/>
              <a:gd name="connsiteY4" fmla="*/ 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720" h="1188720">
                <a:moveTo>
                  <a:pt x="594360" y="0"/>
                </a:moveTo>
                <a:cubicBezTo>
                  <a:pt x="922616" y="0"/>
                  <a:pt x="1188720" y="266104"/>
                  <a:pt x="1188720" y="594360"/>
                </a:cubicBezTo>
                <a:cubicBezTo>
                  <a:pt x="1188720" y="922616"/>
                  <a:pt x="922616" y="1188720"/>
                  <a:pt x="594360" y="1188720"/>
                </a:cubicBezTo>
                <a:cubicBezTo>
                  <a:pt x="266104" y="1188720"/>
                  <a:pt x="0" y="922616"/>
                  <a:pt x="0" y="594360"/>
                </a:cubicBezTo>
                <a:cubicBezTo>
                  <a:pt x="0" y="266104"/>
                  <a:pt x="266104" y="0"/>
                  <a:pt x="59436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45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530F-2FC1-93E8-C1CF-EBA05BF3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person with glasses and a beard&#10;&#10;Description automatically generated">
            <a:extLst>
              <a:ext uri="{FF2B5EF4-FFF2-40B4-BE49-F238E27FC236}">
                <a16:creationId xmlns:a16="http://schemas.microsoft.com/office/drawing/2014/main" id="{B1A438BF-D08D-06D6-CA19-FC06D9E1F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l="3160" t="2115" r="5828" b="29557"/>
          <a:stretch>
            <a:fillRect/>
          </a:stretch>
        </p:blipFill>
        <p:spPr>
          <a:xfrm>
            <a:off x="2895600" y="228600"/>
            <a:ext cx="6400800" cy="64008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6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6" y="2743200"/>
                  <a:pt x="0" y="2129114"/>
                  <a:pt x="0" y="1371600"/>
                </a:cubicBezTo>
                <a:cubicBezTo>
                  <a:pt x="0" y="614086"/>
                  <a:pt x="614086" y="0"/>
                  <a:pt x="13716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7844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530F-2FC1-93E8-C1CF-EBA05BF3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 descr="A person taking a selfie in front of a lake&#10;&#10;Description automatically generated">
            <a:extLst>
              <a:ext uri="{FF2B5EF4-FFF2-40B4-BE49-F238E27FC236}">
                <a16:creationId xmlns:a16="http://schemas.microsoft.com/office/drawing/2014/main" id="{45AC5D99-88F0-ACAB-04A8-2805DFD76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t="21265" r="36849" b="31290"/>
          <a:stretch>
            <a:fillRect/>
          </a:stretch>
        </p:blipFill>
        <p:spPr>
          <a:xfrm>
            <a:off x="2901103" y="365125"/>
            <a:ext cx="6389793" cy="6400800"/>
          </a:xfrm>
          <a:custGeom>
            <a:avLst/>
            <a:gdLst>
              <a:gd name="connsiteX0" fmla="*/ 1843088 w 3686176"/>
              <a:gd name="connsiteY0" fmla="*/ 0 h 3692526"/>
              <a:gd name="connsiteX1" fmla="*/ 3686176 w 3686176"/>
              <a:gd name="connsiteY1" fmla="*/ 1846263 h 3692526"/>
              <a:gd name="connsiteX2" fmla="*/ 1843088 w 3686176"/>
              <a:gd name="connsiteY2" fmla="*/ 3692526 h 3692526"/>
              <a:gd name="connsiteX3" fmla="*/ 0 w 3686176"/>
              <a:gd name="connsiteY3" fmla="*/ 1846263 h 3692526"/>
              <a:gd name="connsiteX4" fmla="*/ 1843088 w 3686176"/>
              <a:gd name="connsiteY4" fmla="*/ 0 h 369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6176" h="3692526">
                <a:moveTo>
                  <a:pt x="1843088" y="0"/>
                </a:moveTo>
                <a:cubicBezTo>
                  <a:pt x="2860997" y="0"/>
                  <a:pt x="3686176" y="826600"/>
                  <a:pt x="3686176" y="1846263"/>
                </a:cubicBezTo>
                <a:cubicBezTo>
                  <a:pt x="3686176" y="2865926"/>
                  <a:pt x="2860997" y="3692526"/>
                  <a:pt x="1843088" y="3692526"/>
                </a:cubicBezTo>
                <a:cubicBezTo>
                  <a:pt x="825179" y="3692526"/>
                  <a:pt x="0" y="2865926"/>
                  <a:pt x="0" y="1846263"/>
                </a:cubicBezTo>
                <a:cubicBezTo>
                  <a:pt x="0" y="826600"/>
                  <a:pt x="825179" y="0"/>
                  <a:pt x="184308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842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530F-2FC1-93E8-C1CF-EBA05BF3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CCCDDE57-BF7B-AA18-5127-FA9D953C9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l="12184" t="19172" r="8297" b="21112"/>
          <a:stretch>
            <a:fillRect/>
          </a:stretch>
        </p:blipFill>
        <p:spPr>
          <a:xfrm>
            <a:off x="2899724" y="365125"/>
            <a:ext cx="6392552" cy="6400800"/>
          </a:xfrm>
          <a:custGeom>
            <a:avLst/>
            <a:gdLst>
              <a:gd name="connsiteX0" fmla="*/ 1771650 w 3543300"/>
              <a:gd name="connsiteY0" fmla="*/ 0 h 3547872"/>
              <a:gd name="connsiteX1" fmla="*/ 3543300 w 3543300"/>
              <a:gd name="connsiteY1" fmla="*/ 1773936 h 3547872"/>
              <a:gd name="connsiteX2" fmla="*/ 1771650 w 3543300"/>
              <a:gd name="connsiteY2" fmla="*/ 3547872 h 3547872"/>
              <a:gd name="connsiteX3" fmla="*/ 0 w 3543300"/>
              <a:gd name="connsiteY3" fmla="*/ 1773936 h 3547872"/>
              <a:gd name="connsiteX4" fmla="*/ 1771650 w 3543300"/>
              <a:gd name="connsiteY4" fmla="*/ 0 h 354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3300" h="3547872">
                <a:moveTo>
                  <a:pt x="1771650" y="0"/>
                </a:moveTo>
                <a:cubicBezTo>
                  <a:pt x="2750105" y="0"/>
                  <a:pt x="3543300" y="794218"/>
                  <a:pt x="3543300" y="1773936"/>
                </a:cubicBezTo>
                <a:cubicBezTo>
                  <a:pt x="3543300" y="2753654"/>
                  <a:pt x="2750105" y="3547872"/>
                  <a:pt x="1771650" y="3547872"/>
                </a:cubicBezTo>
                <a:cubicBezTo>
                  <a:pt x="793195" y="3547872"/>
                  <a:pt x="0" y="2753654"/>
                  <a:pt x="0" y="1773936"/>
                </a:cubicBezTo>
                <a:cubicBezTo>
                  <a:pt x="0" y="794218"/>
                  <a:pt x="793195" y="0"/>
                  <a:pt x="177165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7095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530F-2FC1-93E8-C1CF-EBA05BF3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0FB4352E-4260-6218-8939-6C81CE6EB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l="13569" t="11857" r="10914" b="37754"/>
          <a:stretch>
            <a:fillRect/>
          </a:stretch>
        </p:blipFill>
        <p:spPr>
          <a:xfrm>
            <a:off x="2628899" y="457200"/>
            <a:ext cx="6400800" cy="6400800"/>
          </a:xfrm>
          <a:custGeom>
            <a:avLst/>
            <a:gdLst>
              <a:gd name="connsiteX0" fmla="*/ 1828800 w 3657600"/>
              <a:gd name="connsiteY0" fmla="*/ 0 h 3657600"/>
              <a:gd name="connsiteX1" fmla="*/ 3657600 w 3657600"/>
              <a:gd name="connsiteY1" fmla="*/ 1828800 h 3657600"/>
              <a:gd name="connsiteX2" fmla="*/ 1828800 w 3657600"/>
              <a:gd name="connsiteY2" fmla="*/ 3657600 h 3657600"/>
              <a:gd name="connsiteX3" fmla="*/ 0 w 3657600"/>
              <a:gd name="connsiteY3" fmla="*/ 1828800 h 3657600"/>
              <a:gd name="connsiteX4" fmla="*/ 1828800 w 3657600"/>
              <a:gd name="connsiteY4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0" h="3657600">
                <a:moveTo>
                  <a:pt x="1828800" y="0"/>
                </a:moveTo>
                <a:cubicBezTo>
                  <a:pt x="2838818" y="0"/>
                  <a:pt x="3657600" y="818782"/>
                  <a:pt x="3657600" y="1828800"/>
                </a:cubicBezTo>
                <a:cubicBezTo>
                  <a:pt x="3657600" y="2838818"/>
                  <a:pt x="2838818" y="3657600"/>
                  <a:pt x="1828800" y="3657600"/>
                </a:cubicBezTo>
                <a:cubicBezTo>
                  <a:pt x="818782" y="3657600"/>
                  <a:pt x="0" y="2838818"/>
                  <a:pt x="0" y="1828800"/>
                </a:cubicBezTo>
                <a:cubicBezTo>
                  <a:pt x="0" y="818782"/>
                  <a:pt x="818782" y="0"/>
                  <a:pt x="18288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74484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530F-2FC1-93E8-C1CF-EBA05BF3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9D61DCEB-E860-981B-7962-5572E1805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rcRect l="13460" t="9042" r="7199" b="37991"/>
          <a:stretch>
            <a:fillRect/>
          </a:stretch>
        </p:blipFill>
        <p:spPr>
          <a:xfrm>
            <a:off x="2600325" y="365125"/>
            <a:ext cx="6400800" cy="6400800"/>
          </a:xfrm>
          <a:custGeom>
            <a:avLst/>
            <a:gdLst>
              <a:gd name="connsiteX0" fmla="*/ 1600200 w 3200400"/>
              <a:gd name="connsiteY0" fmla="*/ 0 h 3200400"/>
              <a:gd name="connsiteX1" fmla="*/ 3200400 w 3200400"/>
              <a:gd name="connsiteY1" fmla="*/ 1600200 h 3200400"/>
              <a:gd name="connsiteX2" fmla="*/ 1600200 w 3200400"/>
              <a:gd name="connsiteY2" fmla="*/ 3200400 h 3200400"/>
              <a:gd name="connsiteX3" fmla="*/ 0 w 3200400"/>
              <a:gd name="connsiteY3" fmla="*/ 1600200 h 3200400"/>
              <a:gd name="connsiteX4" fmla="*/ 1600200 w 3200400"/>
              <a:gd name="connsiteY4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0400" h="3200400">
                <a:moveTo>
                  <a:pt x="1600200" y="0"/>
                </a:moveTo>
                <a:cubicBezTo>
                  <a:pt x="2483966" y="0"/>
                  <a:pt x="3200400" y="716434"/>
                  <a:pt x="3200400" y="1600200"/>
                </a:cubicBezTo>
                <a:cubicBezTo>
                  <a:pt x="3200400" y="2483966"/>
                  <a:pt x="2483966" y="3200400"/>
                  <a:pt x="1600200" y="3200400"/>
                </a:cubicBezTo>
                <a:cubicBezTo>
                  <a:pt x="716434" y="3200400"/>
                  <a:pt x="0" y="2483966"/>
                  <a:pt x="0" y="1600200"/>
                </a:cubicBezTo>
                <a:cubicBezTo>
                  <a:pt x="0" y="716434"/>
                  <a:pt x="716434" y="0"/>
                  <a:pt x="16002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1287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30</Words>
  <Application>Microsoft Macintosh PowerPoint</Application>
  <PresentationFormat>Widescreen</PresentationFormat>
  <Paragraphs>11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Playfair Display Medium</vt:lpstr>
      <vt:lpstr>Office Theme</vt:lpstr>
      <vt:lpstr>PowerPoint Presentation</vt:lpstr>
      <vt:lpstr>PowerPoint Presentation</vt:lpstr>
      <vt:lpstr>Green Research Group</vt:lpstr>
      <vt:lpstr>Green Research Group</vt:lpstr>
      <vt:lpstr>Green Group</vt:lpstr>
      <vt:lpstr>Green Group</vt:lpstr>
      <vt:lpstr>Green Group</vt:lpstr>
      <vt:lpstr>Green Group</vt:lpstr>
      <vt:lpstr>Green Group</vt:lpstr>
      <vt:lpstr>Green      Group</vt:lpstr>
      <vt:lpstr>Green     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R Green</dc:creator>
  <cp:lastModifiedBy>Jason R Green</cp:lastModifiedBy>
  <cp:revision>16</cp:revision>
  <cp:lastPrinted>2023-12-19T04:20:13Z</cp:lastPrinted>
  <dcterms:created xsi:type="dcterms:W3CDTF">2023-12-18T22:53:06Z</dcterms:created>
  <dcterms:modified xsi:type="dcterms:W3CDTF">2024-05-04T23:22:11Z</dcterms:modified>
</cp:coreProperties>
</file>