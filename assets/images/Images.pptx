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104" d="100"/>
          <a:sy n="104" d="100"/>
        </p:scale>
        <p:origin x="42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E2B72-3E5E-550A-D7C6-F1105D0F3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2C787-BBF1-2FED-6CA8-D05AE6C6F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273B8-6636-3FAC-2838-1291DACFB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44F2-94A9-F745-9643-2E6038F356EC}" type="datetimeFigureOut">
              <a:rPr lang="en-US" smtClean="0"/>
              <a:t>12/18/23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FDF9C-8864-F092-E776-A6ABF6F1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AD997-36EE-AD23-28ED-E0CC3DCA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2C62-57DE-7842-97F9-C39E73B9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6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9AFE0-7547-CF6D-6EBE-41A1AD909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A63A2-E414-075A-20F2-C32EB2B60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DAB7D-87CC-245A-200B-E2D7A8D23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44F2-94A9-F745-9643-2E6038F356EC}" type="datetimeFigureOut">
              <a:rPr lang="en-US" smtClean="0"/>
              <a:t>12/18/23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979D6-C827-B425-B162-4BB8C0155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23B76-AA9C-24D2-64C4-9633F9217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2C62-57DE-7842-97F9-C39E73B9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2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3B04-26FF-5AA1-FD42-3EE1CD6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2BCC5-11F4-24C8-FCE6-5E96D9B95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C0831-1D57-4C16-6EB1-654B906F9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44F2-94A9-F745-9643-2E6038F356EC}" type="datetimeFigureOut">
              <a:rPr lang="en-US" smtClean="0"/>
              <a:t>12/18/23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24278-81FE-27F2-9760-10E2F7B5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FC559-433A-1D97-F842-EFF00D2F5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2C62-57DE-7842-97F9-C39E73B9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8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3A10-4156-84CA-51E9-C4B5B564C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5C74D-45E2-5EB9-A954-27EB97AFE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6FAC3-95AE-CB3C-09A5-30795F8E8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5AF5E-69F1-76B4-F8CC-FB7E2F06D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44F2-94A9-F745-9643-2E6038F356EC}" type="datetimeFigureOut">
              <a:rPr lang="en-US" smtClean="0"/>
              <a:t>12/18/23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8D31C-86E6-4B39-5A3B-1B45D7F0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A7DF8-1472-1ECC-3139-D3C7DC4E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2C62-57DE-7842-97F9-C39E73B9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2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F5479-6054-6213-4632-ED5876BA3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AB1A4-87BE-AFAA-9E82-583EAB10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CF1E4-F0BB-3E7B-9A93-DC198E883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5CFB6-62E3-781A-4C25-195DA15E5E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752B5A-77BF-5A5E-9122-FF09CC4A1B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A5BCD-8184-EFB0-546F-03B5C8709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44F2-94A9-F745-9643-2E6038F356EC}" type="datetimeFigureOut">
              <a:rPr lang="en-US" smtClean="0"/>
              <a:t>12/18/23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BB2B05-2B42-D12D-1600-C85146BA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2A2F23-0BD3-C5D5-BB5A-CFCDE3C00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2C62-57DE-7842-97F9-C39E73B9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6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6073-79E2-7F13-1877-95E83DFEE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75E847-8CCD-3093-3DB1-31C41E31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44F2-94A9-F745-9643-2E6038F356EC}" type="datetimeFigureOut">
              <a:rPr lang="en-US" smtClean="0"/>
              <a:t>12/18/23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DBDC35-42D8-54F7-A9CB-11E5D92A1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B5575-F3BA-4872-04B7-C1E5B302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2C62-57DE-7842-97F9-C39E73B9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7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60F8B-7A39-8543-D534-B744F5896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44F2-94A9-F745-9643-2E6038F356EC}" type="datetimeFigureOut">
              <a:rPr lang="en-US" smtClean="0"/>
              <a:t>12/18/23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5CA68F-0617-C619-132A-1B30A0B21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31FE0-37A2-5020-8C5C-628E97A3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2C62-57DE-7842-97F9-C39E73B9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7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A21F0-0125-CD37-5753-2D715D1F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D36BC-A78E-9278-F76F-6608103B1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967C0-76AA-1680-CF79-FF620C54D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44B81-19F0-9DA2-725A-796BD17D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44F2-94A9-F745-9643-2E6038F356EC}" type="datetimeFigureOut">
              <a:rPr lang="en-US" smtClean="0"/>
              <a:t>12/18/23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D7829-DE7E-2739-A3E7-0A2A4A47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8669A-F338-5610-C9ED-928EDAE4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2C62-57DE-7842-97F9-C39E73B9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06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18A8-AA75-0F0F-C263-566671CCE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823BD-DEA1-5BB8-57AE-950C335699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FAAEB-9D69-2ADD-0D76-7ECB8951D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32960-AEBB-233C-4B40-13550B19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44F2-94A9-F745-9643-2E6038F356EC}" type="datetimeFigureOut">
              <a:rPr lang="en-US" smtClean="0"/>
              <a:t>12/18/23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21254-7592-5CF0-829D-3666FCFE0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70408-9BAE-AF2E-C4A3-75029A25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2C62-57DE-7842-97F9-C39E73B9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4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7CC8-DC2E-7A62-47BA-9C6EBFEF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BC77E-5A7B-3D15-FFDB-E7ABD680E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388FE-1EE3-B0DC-DB20-BB334DA02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44F2-94A9-F745-9643-2E6038F356EC}" type="datetimeFigureOut">
              <a:rPr lang="en-US" smtClean="0"/>
              <a:t>12/18/23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0479D-2940-DDB9-CC9B-BBAFCEA3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87D24-CB61-8C68-E9EE-3E96E2A27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2C62-57DE-7842-97F9-C39E73B9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99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398DF4-98B1-00E3-3792-561D0380C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42F4A-FEAA-0123-6C11-2934CD8FA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4C307-9C24-45DC-CE2B-CA822FA0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44F2-94A9-F745-9643-2E6038F356EC}" type="datetimeFigureOut">
              <a:rPr lang="en-US" smtClean="0"/>
              <a:t>12/18/23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3C7D2-0A37-F42A-18AA-EBE205E54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F31AE-DC3D-B6BA-73D4-E79EC046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02C62-57DE-7842-97F9-C39E73B9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7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872854-8165-244C-E2E7-1B8C45933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1A6D7-1F44-261A-67B3-E3453D533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9046A-FE44-B09B-CEFA-BCDF590244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F44F2-94A9-F745-9643-2E6038F356EC}" type="datetimeFigureOut">
              <a:rPr lang="en-US" smtClean="0"/>
              <a:t>12/18/23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5EB0A-4EAC-200E-3A6B-2B52042CB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5F628-CE8D-4395-2A4C-3C1B92DD2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02C62-57DE-7842-97F9-C39E73B9D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9D0AE-EF17-9244-2CA1-5DB41F0873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37FA2-2FB2-0EEA-D6B2-4F53FB0D2F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34EBC-C5F2-E9C3-1B70-E567D85F0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18625" y="0"/>
            <a:ext cx="15665660" cy="772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9D0AE-EF17-9244-2CA1-5DB41F0873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37FA2-2FB2-0EEA-D6B2-4F53FB0D2F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34EBC-C5F2-E9C3-1B70-E567D85F092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2019771" y="0"/>
            <a:ext cx="15665660" cy="772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92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9D0AE-EF17-9244-2CA1-5DB41F0873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37FA2-2FB2-0EEA-D6B2-4F53FB0D2F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34EBC-C5F2-E9C3-1B70-E567D85F092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2019771" y="0"/>
            <a:ext cx="15665660" cy="772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25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Jason R Green</dc:creator>
  <cp:lastModifiedBy>Jason R Green</cp:lastModifiedBy>
  <cp:revision>4</cp:revision>
  <dcterms:created xsi:type="dcterms:W3CDTF">2023-12-19T04:29:19Z</dcterms:created>
  <dcterms:modified xsi:type="dcterms:W3CDTF">2023-12-19T04:36:40Z</dcterms:modified>
</cp:coreProperties>
</file>