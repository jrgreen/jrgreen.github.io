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B2B2-A7D2-264C-8137-580A76B2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4F2D3-DBCF-C249-A855-D8557D083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3466C-14AF-3F44-B167-FCB22401B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F87C-1A8E-CF49-BC65-58E63A1F2DA1}" type="datetimeFigureOut">
              <a:rPr lang="en-US" smtClean="0"/>
              <a:t>10/7/20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839F4-8B10-8B4E-8E4D-A22A7B24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CFB7-9C0C-3E4B-9BB8-27F12E62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8216E-87A3-8E4F-811E-62C53387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7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BA69-35DF-0640-9F21-7455BB6D4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10D1-D76B-6F40-94EC-9D2400505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8F2ED-2581-8348-AC24-002F5DDB8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F87C-1A8E-CF49-BC65-58E63A1F2DA1}" type="datetimeFigureOut">
              <a:rPr lang="en-US" smtClean="0"/>
              <a:t>10/7/20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BC70C-8FD0-ED46-8CDB-CB7D651B4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6C0F-4692-3E4D-BB7C-5BFDEB6BD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8216E-87A3-8E4F-811E-62C53387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74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CEFA9-1488-B742-ADC7-B6B7F6A6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5FA2D-B98D-D841-900A-85B7A97BA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FF6D5-D2BD-0144-B922-90643EF28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F87C-1A8E-CF49-BC65-58E63A1F2DA1}" type="datetimeFigureOut">
              <a:rPr lang="en-US" smtClean="0"/>
              <a:t>10/7/20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73831-4EB8-D742-9F56-BCB4DC9AF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84F35-2014-E94D-ABA9-13F387B03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8216E-87A3-8E4F-811E-62C53387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EBCB3-4A13-A34E-88BA-7E00E300C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B8A5-F3DA-DE45-AAE1-86ADEDA09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6A50F-09E2-DE43-BAA9-EAB62FD2C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0A321C-9AF9-7148-B9C6-55E0CDBD1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F87C-1A8E-CF49-BC65-58E63A1F2DA1}" type="datetimeFigureOut">
              <a:rPr lang="en-US" smtClean="0"/>
              <a:t>10/7/20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ED2BD-077C-7443-A487-6B76B7396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9BB6F-2A18-5D43-9C4E-D0423A76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8216E-87A3-8E4F-811E-62C53387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9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074F1-59D6-2B4E-8A1D-34A9B7775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9FF44-568B-B643-8463-B7017F5A0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8D37F-2286-D04C-882D-F00CCCE06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FA457-4301-0A43-AAD5-38F294A1C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5575BF-69D2-594B-AAC9-BC56E3CEC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429C20-BCE9-C847-8BB0-DAA9877EB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F87C-1A8E-CF49-BC65-58E63A1F2DA1}" type="datetimeFigureOut">
              <a:rPr lang="en-US" smtClean="0"/>
              <a:t>10/7/20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C8B8D2-52AD-3546-AD5C-35509C8C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4909DF-050B-BC4E-BDB7-712BC1EFB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8216E-87A3-8E4F-811E-62C53387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1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5BF1-4F57-D249-8071-7542C2256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7E808-24BC-5C45-978F-BA9911C43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F87C-1A8E-CF49-BC65-58E63A1F2DA1}" type="datetimeFigureOut">
              <a:rPr lang="en-US" smtClean="0"/>
              <a:t>10/7/20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CC100-B93D-4A4F-865F-789A6973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D2146-AFB4-9A46-AEC1-92C152B5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8216E-87A3-8E4F-811E-62C53387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6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09333E-9808-8E45-ABB1-209D6AF55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F87C-1A8E-CF49-BC65-58E63A1F2DA1}" type="datetimeFigureOut">
              <a:rPr lang="en-US" smtClean="0"/>
              <a:t>10/7/20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5919AC-350F-194A-A3FC-87F27789D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1AF5C-B4E3-704A-A158-A810F9EB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8216E-87A3-8E4F-811E-62C53387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12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F6619-CBBA-5F45-8FC4-DDEDD2E36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A4B5D-3607-2B41-8333-FB91C6871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6B1F4-7218-F74D-8DCA-AB0ACF29B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07445-BC50-BA45-8E4A-CEE7F47F6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F87C-1A8E-CF49-BC65-58E63A1F2DA1}" type="datetimeFigureOut">
              <a:rPr lang="en-US" smtClean="0"/>
              <a:t>10/7/20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2EC3E-7139-4E49-BD26-40F64205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B6433-347C-2D46-B0F1-C5D87ACA7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8216E-87A3-8E4F-811E-62C53387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21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63F4E-952C-3748-B4A5-3EB550880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CBF5B3-1080-4745-A610-32F2F56D0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7DF72-1361-6746-8CE5-C0D57DD96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3E3EF-B30B-954D-90A2-99A9D4D1C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F87C-1A8E-CF49-BC65-58E63A1F2DA1}" type="datetimeFigureOut">
              <a:rPr lang="en-US" smtClean="0"/>
              <a:t>10/7/20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12A17-C8BF-F643-852F-9D2C6611A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DEF09-249B-1A4D-AAB8-F4ABB5089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8216E-87A3-8E4F-811E-62C53387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82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5839-1AC6-DF43-A49D-FECCDFF14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7AB48-7D52-F44B-BEB2-EABF4ADA4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49185-E87A-5243-B51C-5EC87AC8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F87C-1A8E-CF49-BC65-58E63A1F2DA1}" type="datetimeFigureOut">
              <a:rPr lang="en-US" smtClean="0"/>
              <a:t>10/7/20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B1DCE-4ECA-DD4A-BC66-3F46F1E55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3CEA6-8DDF-7F49-8301-2ACFD25F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8216E-87A3-8E4F-811E-62C53387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7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3E5C3A-C706-0B42-A8A1-2F91606AD2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AEF39-037A-744D-812E-AA406C928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7FB0-D09C-F443-9D07-21D5362D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F87C-1A8E-CF49-BC65-58E63A1F2DA1}" type="datetimeFigureOut">
              <a:rPr lang="en-US" smtClean="0"/>
              <a:t>10/7/20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09A03-6C52-6B4D-BBD5-C1D8E652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8EEDE-46BB-5E43-AC31-4DC07B54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8216E-87A3-8E4F-811E-62C53387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51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37140E-E459-D640-9432-864C02877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57922-0E95-0F44-AFB0-B2B1CC344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A310E-895D-054F-9A82-6B6471383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EF87C-1A8E-CF49-BC65-58E63A1F2DA1}" type="datetimeFigureOut">
              <a:rPr lang="en-US" smtClean="0"/>
              <a:t>10/7/20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703D5-DC1F-E746-BB4D-FE9B2BB0A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B466D-3030-384F-AD8F-81D1CE4F5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8216E-87A3-8E4F-811E-62C53387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2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8991536-8B52-A549-A232-9DF37EE7C2AE}"/>
              </a:ext>
            </a:extLst>
          </p:cNvPr>
          <p:cNvGrpSpPr/>
          <p:nvPr/>
        </p:nvGrpSpPr>
        <p:grpSpPr>
          <a:xfrm>
            <a:off x="2320163" y="1301868"/>
            <a:ext cx="7551673" cy="4254263"/>
            <a:chOff x="3444775" y="1429845"/>
            <a:chExt cx="7551673" cy="4254263"/>
          </a:xfrm>
        </p:grpSpPr>
        <p:pic>
          <p:nvPicPr>
            <p:cNvPr id="3" name="Picture 2" descr="Shape&#10;&#10;Description automatically generated">
              <a:extLst>
                <a:ext uri="{FF2B5EF4-FFF2-40B4-BE49-F238E27FC236}">
                  <a16:creationId xmlns:a16="http://schemas.microsoft.com/office/drawing/2014/main" id="{F4D95862-BE57-0947-8D39-DAAD4549B8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9078" t="14951" r="19035" b="15947"/>
            <a:stretch/>
          </p:blipFill>
          <p:spPr>
            <a:xfrm>
              <a:off x="3444775" y="1429845"/>
              <a:ext cx="3810001" cy="425426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694DB-424B-104F-A0D3-B8B196ED8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6448" y="1745155"/>
              <a:ext cx="3810000" cy="3683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9981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Jason R Green</dc:creator>
  <cp:lastModifiedBy>Jason R Green</cp:lastModifiedBy>
  <cp:revision>2</cp:revision>
  <dcterms:created xsi:type="dcterms:W3CDTF">2020-09-30T13:48:47Z</dcterms:created>
  <dcterms:modified xsi:type="dcterms:W3CDTF">2020-10-07T17:43:23Z</dcterms:modified>
</cp:coreProperties>
</file>